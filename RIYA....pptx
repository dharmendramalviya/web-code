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8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1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0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5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4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3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1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1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3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0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9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1BDB5-94F4-4E13-8B22-553DC45EC9F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19413-EB29-4522-85CA-DB81DD52B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84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 advTm="1000">
        <p15:prstTrans prst="origami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ash/>
      </p:transition>
    </mc:Choice>
    <mc:Fallback xmlns="">
      <p:transition spd="slow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39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1000">
        <p15:prstTrans prst="peelOff"/>
      </p:transition>
    </mc:Choice>
    <mc:Fallback xmlns=""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1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ash/>
      </p:transition>
    </mc:Choice>
    <mc:Fallback xmlns="">
      <p:transition spd="slow" advClick="0"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86151"/>
      </p:ext>
    </p:extLst>
  </p:cSld>
  <p:clrMapOvr>
    <a:masterClrMapping/>
  </p:clrMapOvr>
  <p:transition spd="slow" advClick="0" advTm="1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7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Click="0" advTm="1000">
        <p14:glitter pattern="hexagon"/>
      </p:transition>
    </mc:Choice>
    <mc:Fallback xmlns="">
      <p:transition spd="slow" advClick="0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57341"/>
      </p:ext>
    </p:extLst>
  </p:cSld>
  <p:clrMapOvr>
    <a:masterClrMapping/>
  </p:clrMapOvr>
  <p:transition spd="slow" advClick="0" advTm="1000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</dc:creator>
  <cp:lastModifiedBy>DEL</cp:lastModifiedBy>
  <cp:revision>4</cp:revision>
  <dcterms:created xsi:type="dcterms:W3CDTF">2025-11-18T07:48:13Z</dcterms:created>
  <dcterms:modified xsi:type="dcterms:W3CDTF">2025-11-20T05:02:33Z</dcterms:modified>
</cp:coreProperties>
</file>